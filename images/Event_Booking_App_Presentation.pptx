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Event Booking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Technologies, Features, and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design an interactive web application where users can browse events, select seats, and confirm bookings using jQuery, Bootstrap, and localStorage.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HTML5, CSS3, JavaScript (Frontend)</a:t>
            </a:r>
          </a:p>
          <a:p>
            <a:r>
              <a:t>- Bootstrap 5 (Responsive Design)</a:t>
            </a:r>
          </a:p>
          <a:p>
            <a:r>
              <a:t>- jQuery &amp; AJAX (Dynamic Loading)</a:t>
            </a:r>
          </a:p>
          <a:p>
            <a:r>
              <a:t>- JSON (Event Data Storage)</a:t>
            </a:r>
          </a:p>
          <a:p>
            <a:r>
              <a:t>- LocalStorage (Booking Management)</a:t>
            </a:r>
          </a:p>
          <a:p>
            <a:r>
              <a:t>- FontAwesome (Icons)</a:t>
            </a:r>
          </a:p>
          <a:p>
            <a:r>
              <a:t>- Visual Studio Code (Development)</a:t>
            </a:r>
          </a:p>
          <a:p>
            <a:r>
              <a:t>- Live Server Extension (Testing)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event-booking-app/</a:t>
            </a:r>
          </a:p>
          <a:p>
            <a:r>
              <a:t>├── index.html</a:t>
            </a:r>
          </a:p>
          <a:p>
            <a:r>
              <a:t>├── events.html</a:t>
            </a:r>
          </a:p>
          <a:p>
            <a:r>
              <a:t>├── event-details.html</a:t>
            </a:r>
          </a:p>
          <a:p>
            <a:r>
              <a:t>├── my-bookings.html</a:t>
            </a:r>
          </a:p>
          <a:p>
            <a:r>
              <a:t>├── contact.html</a:t>
            </a:r>
          </a:p>
          <a:p>
            <a:r>
              <a:t>├── css/style.css</a:t>
            </a:r>
          </a:p>
          <a:p>
            <a:r>
              <a:t>├── js/main.js</a:t>
            </a:r>
          </a:p>
          <a:p>
            <a:r>
              <a:t>├── data/events.json</a:t>
            </a:r>
          </a:p>
          <a:p>
            <a:r>
              <a:t>└── assets/images/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events.json loaded via AJAX → Events Page</a:t>
            </a:r>
          </a:p>
          <a:p>
            <a:r>
              <a:t>2. User selects an event → localStorage.set('selectedEvent')</a:t>
            </a:r>
          </a:p>
          <a:p>
            <a:r>
              <a:t>3. Event Details Page → Seat Selection → Confirm Booking</a:t>
            </a:r>
          </a:p>
          <a:p>
            <a:r>
              <a:t>4. Booking saved in localStorage</a:t>
            </a:r>
          </a:p>
          <a:p>
            <a:r>
              <a:t>5. My Bookings Page → Displays all saved bookings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Dynamic event loading via AJAX</a:t>
            </a:r>
          </a:p>
          <a:p>
            <a:r>
              <a:t>✅ Seat selection with animation</a:t>
            </a:r>
          </a:p>
          <a:p>
            <a:r>
              <a:t>✅ Booking storage using LocalStorage</a:t>
            </a:r>
          </a:p>
          <a:p>
            <a:r>
              <a:t>✅ Responsive UI with Bootstrap</a:t>
            </a:r>
          </a:p>
          <a:p>
            <a:r>
              <a:t>✅ Search and category filters for events</a:t>
            </a:r>
          </a:p>
          <a:p>
            <a:r>
              <a:t>✅ Contact form for user interaction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Event Booking App demonstrates how to integrate front-end web technologies with local storage and AJAX to create an interactive, user-friendly system for event management and ticket booking.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